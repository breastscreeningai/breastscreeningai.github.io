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b535df9d64a35" /><Relationship Type="http://schemas.openxmlformats.org/officeDocument/2006/relationships/extended-properties" Target="/docProps/app.xml" Id="Rab981e5bbb6d434a" /><Relationship Type="http://schemas.openxmlformats.org/officeDocument/2006/relationships/officeDocument" Target="/ppt/presentation.xml" Id="Rb140148fd13f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a143e02024916"/>
  </p:sldMasterIdLst>
  <p:notesMasterIdLst>
    <p:notesMasterId xmlns:r="http://schemas.openxmlformats.org/officeDocument/2006/relationships" r:id="R7ee549cfc0e045d3"/>
  </p:notesMasterIdLst>
  <p:sldIdLst>
    <p:sldId xmlns:r="http://schemas.openxmlformats.org/officeDocument/2006/relationships" id="256" r:id="R28b80840ca24428d"/>
    <p:sldId xmlns:r="http://schemas.openxmlformats.org/officeDocument/2006/relationships" id="257" r:id="Rb77feef8f92142e0"/>
    <p:sldId xmlns:r="http://schemas.openxmlformats.org/officeDocument/2006/relationships" id="258" r:id="R85ab62f75fce40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1548168d8448b" /><Relationship Type="http://schemas.openxmlformats.org/officeDocument/2006/relationships/slideMaster" Target="/ppt/slideMasters/slideMaster1.xml" Id="R8fea143e02024916" /><Relationship Type="http://schemas.openxmlformats.org/officeDocument/2006/relationships/notesMaster" Target="/ppt/notesMasters/notesMaster1.xml" Id="R7ee549cfc0e045d3" /><Relationship Type="http://schemas.openxmlformats.org/officeDocument/2006/relationships/presProps" Target="/ppt/presProps.xml" Id="R10d8736aa0824ccd" /><Relationship Type="http://schemas.openxmlformats.org/officeDocument/2006/relationships/tableStyles" Target="/ppt/tableStyles.xml" Id="Refd169b17da242d1" /><Relationship Type="http://schemas.openxmlformats.org/officeDocument/2006/relationships/slide" Target="/ppt/slides/slide1.xml" Id="R28b80840ca24428d" /><Relationship Type="http://schemas.openxmlformats.org/officeDocument/2006/relationships/slide" Target="/ppt/slides/slide2.xml" Id="Rb77feef8f92142e0" /><Relationship Type="http://schemas.openxmlformats.org/officeDocument/2006/relationships/slide" Target="/ppt/slides/slide3.xml" Id="R85ab62f75fce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c805357fa44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7e6ffc2c094e71" /><Relationship Type="http://schemas.openxmlformats.org/officeDocument/2006/relationships/notesMaster" Target="/ppt/notesMasters/notesMaster1.xml" Id="R6185886beb5e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0a7ac506049bd" /><Relationship Type="http://schemas.openxmlformats.org/officeDocument/2006/relationships/notesMaster" Target="/ppt/notesMasters/notesMaster1.xml" Id="Rc2780e541b0a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7dac84c370451c" /><Relationship Type="http://schemas.openxmlformats.org/officeDocument/2006/relationships/notesMaster" Target="/ppt/notesMasters/notesMaster1.xml" Id="R000626e98bd9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29399dfe1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5a1ccf674499c" /><Relationship Type="http://schemas.openxmlformats.org/officeDocument/2006/relationships/slideLayout" Target="/ppt/slideLayouts/slideLayout1.xml" Id="Rf61c8da0f0204f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1c8da0f0204f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f62aa65b4401e" /><Relationship Type="http://schemas.openxmlformats.org/officeDocument/2006/relationships/notesSlide" Target="/ppt/notesSlides/notesSlide1.xml" Id="Rc28370bdd3ca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f946bda64528" /><Relationship Type="http://schemas.openxmlformats.org/officeDocument/2006/relationships/notesSlide" Target="/ppt/notesSlides/notesSlide2.xml" Id="Rdb4797c52ade42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c5dbd2d91476a" /><Relationship Type="http://schemas.openxmlformats.org/officeDocument/2006/relationships/notesSlide" Target="/ppt/notesSlides/notesSlide3.xml" Id="R92b1ffac5f90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EA55C-80A2-4959-84C1-A2C9D35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F7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96977-9F8B-4D05-A699-955B2CF5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533400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67BF-7A03-4953-AC08-E7C9EA1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143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D922-1F36-4C9D-B713-5E5F5286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C7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C7D4"/>
                </a:solidFill>
                <a:latin typeface="Aptos"/>
                <a:ea typeface="Aptos"/>
                <a:cs typeface="Aptos"/>
              </a:rPr>
              <a:t>INVESTOR PRESENTATION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37D1A-D51E-4C03-811F-DAAFC1D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Investor Relations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81D8B-C997-4476-A238-9431193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8"/>
                </a:solidFill>
                <a:latin typeface="Aptos"/>
                <a:ea typeface="Aptos"/>
                <a:cs typeface="Aptos"/>
              </a:rPr>
              <a:t>Reporting period | Publication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57B0-C3FB-4C8B-8464-56823A0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152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52A36-FE05-4DC4-96DD-FFED880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288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910D2-5B54-4F83-B62D-277F0CC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DFC60-689C-415A-9B1B-E697AD2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152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5A806-B42C-47F2-A732-3A3C6C0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595F8-EACA-427D-8482-65C799F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64A5E-86C0-4A26-9C6D-F27511E3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57350"/>
            <a:ext cx="152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60506-6FB9-4B1E-B741-F97255A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288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B0741-5D1B-419D-83F0-B2653A8E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764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6F2F4-F9CA-4A39-9297-6A2A404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8"/>
                </a:solidFill>
                <a:latin typeface="Aptos"/>
                <a:ea typeface="Aptos"/>
                <a:cs typeface="Aptos"/>
              </a:rPr>
              <a:t>Use source-backed figures, transparent evidence boundaries, and an investor-ready risk narrative.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CA02F-5440-4B72-BBBB-20A563D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90487-09FE-4CAC-8D89-6829300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9B0D4-DB79-43FC-AC6B-ABB5608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Presentation Template | Publication 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B1886-3D69-43E1-A083-55BAF3A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960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B612E-1A13-426F-828C-AC70F714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B4ADE-9AA9-4A8E-BF50-699698C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</p:spTree>
    <p:extLst>
      <p:ext uri="{BB962C8B-B14F-4D97-AF65-F5344CB8AC3E}">
        <p14:creationId xmlns:p14="http://schemas.microsoft.com/office/powerpoint/2010/main" val="344693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47014-9AE1-4590-B3FE-33B0664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84FB6-2FBA-4536-9B62-D3AA41B9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1FBF2-D38C-445B-B51D-AA919C9F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Presentation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B5F16-8CD7-43A4-A23F-B85C873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960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131CA-A9FA-4CF0-86A4-406CE3D7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4A800-6C62-4ADF-903A-0F074DC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23ECE-9478-43AC-A3FC-A1BD427D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One investor narrative, four evidence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A38EE-BAD9-441A-BD1B-6603FFB2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the deck to connect mission, product, financial context, and risk boundaries without inventing traction.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308E2-6F44-401C-9DC9-0CDD94D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3241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58ED5-D0F3-418E-8541-B87544E3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241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49632-3AE2-4422-9604-BEDA829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12E2F-B59C-495E-ADCE-462DFC4B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the company purpose and the reporting-period focus.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5A307-1357-4493-B233-702AABE7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3241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166B1-6E5B-42B8-AEAA-66BA233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EE894-5766-4519-8ABF-C3E35C82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95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26F68-67AD-4072-975B-77B071D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19425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Summarize supported findings from publications and source files.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6AFA8-E88B-4154-BC63-E1F7899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3241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B25C6-AA48-40C3-9CA8-EEDB46F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851A7-273E-4DEA-A303-BC20F104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Financials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9139C-2234-4DCD-A909-F9EE1FE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19425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Report exact figures, sources, periods, and missing capital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0D903-4234-4252-8E65-C37F0551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23241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28FCE-734A-404A-9036-C02AF4DF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241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C84B2-EEC8-411C-999A-733983C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E9DED-4EED-4C70-8D6A-A229A0F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Explain commercial, funding, regulatory, and evidence gaps.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9AA9C-D92A-45B5-9341-F589E1F5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515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7C867-9D9E-48A6-88D6-7F2A6938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4"/>
          </a:solidFill>
          <a:ln xmlns:a="http://schemas.openxmlformats.org/drawingml/2006/main" w="0">
            <a:solidFill>
              <a:srgbClr val="20C7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29D2D-A733-4F6B-A3BB-49F0985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Slide sequence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CBD9E-9206-4394-B21E-A8B98C95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100965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Vision and mission | Problem | Solution | Product | Technology | Market | Business model | Partnerships | Milestones | Financial highlights | Competitive position | Growth strategy | Risks | Outlook</a:t>
            </a:r>
          </a:p>
        </p:txBody>
      </p:sp>
    </p:spTree>
    <p:extLst>
      <p:ext uri="{BB962C8B-B14F-4D97-AF65-F5344CB8AC3E}">
        <p14:creationId xmlns:p14="http://schemas.microsoft.com/office/powerpoint/2010/main" val="2071076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4BA43-D9AB-4374-AAAA-35F917B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A2990-40AA-48EB-9E7A-80C5A93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6017B-32FB-4A00-B996-ABF2ACC5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Presentation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A601-7AD8-4096-B656-534F8DAA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960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0B4C-AE8D-46D2-9297-A6F932B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78C0-B253-41D4-8646-341398F8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4B122-AFBC-4D2D-8400-6CD3D8D6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Charts only when labels remain readable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45DD3-7377-4E00-8EDC-2A4A7BD2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charts for data that can be traced to source-backed evidence. Avoid unsupported forecasts or vague assumptions.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E691A-2275-43B8-B095-4BAB8E1C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17516-DDEA-4AF0-AA1A-870567A8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0C254-1914-478C-B515-5ADABF6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Chart placeholder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1BD5-6D2B-41A7-9BAC-3DC9BA15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24175"/>
            <a:ext cx="4343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Insert a chart only if source values, period, and denominator are known. Include units and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DF520-7030-4F28-AC1C-C8F6336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4B5CC-2C05-4341-863B-B35C107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3B211-EF7B-45D1-9552-93C3BCD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032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Risk callout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86C08-9054-4791-936D-D52AA33C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24175"/>
            <a:ext cx="4343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unresolved inputs such as payment schedules, cash-flow statements, customer proof, or validation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F4BF9-090B-4FDB-BFBC-75560C8C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9B7DA-AE45-4C95-BEB8-2EFB3B3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84323-D377-4E06-8F94-02EC005E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D7E47-4C70-42F4-8AC2-D7F1CDF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0515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75307-18FC-4ECE-A325-06F16A41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958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1D5B5-E7A6-480D-9AA4-0FD828A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67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Review standard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4899F-2664-4CF7-B3F7-5A2F803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91175"/>
            <a:ext cx="100965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Every figure must have a source, every claim must have a boundary, and every missing input must be visible.</a:t>
            </a:r>
          </a:p>
        </p:txBody>
      </p:sp>
    </p:spTree>
    <p:extLst>
      <p:ext uri="{BB962C8B-B14F-4D97-AF65-F5344CB8AC3E}">
        <p14:creationId xmlns:p14="http://schemas.microsoft.com/office/powerpoint/2010/main" val="1832334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2026-06-15T11:06:36.4620000Z</dcterms:created>
  <dcterms:modified xsi:type="dcterms:W3CDTF">2026-06-15T11:06:36.4620000Z</dcterms:modified>
</coreProperties>
</file>