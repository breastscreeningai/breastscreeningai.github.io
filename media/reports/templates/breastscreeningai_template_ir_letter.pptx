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a44c99bff4b37" /><Relationship Type="http://schemas.openxmlformats.org/officeDocument/2006/relationships/extended-properties" Target="/docProps/app.xml" Id="R688076b4db434301" /><Relationship Type="http://schemas.openxmlformats.org/officeDocument/2006/relationships/officeDocument" Target="/ppt/presentation.xml" Id="R6e628d05349a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4120e9a7a741dc"/>
  </p:sldMasterIdLst>
  <p:notesMasterIdLst>
    <p:notesMasterId xmlns:r="http://schemas.openxmlformats.org/officeDocument/2006/relationships" r:id="Rdbe1fd73bbfd40bc"/>
  </p:notesMasterIdLst>
  <p:sldIdLst>
    <p:sldId xmlns:r="http://schemas.openxmlformats.org/officeDocument/2006/relationships" id="256" r:id="R92a697ae4f8d4f27"/>
    <p:sldId xmlns:r="http://schemas.openxmlformats.org/officeDocument/2006/relationships" id="257" r:id="R09934f1bf94d47d7"/>
    <p:sldId xmlns:r="http://schemas.openxmlformats.org/officeDocument/2006/relationships" id="258" r:id="Ra5d7ec29b2914167"/>
  </p:sldIdLst>
  <p:sldSz cx="5667375" cy="80200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5a3da7f18d458e" /><Relationship Type="http://schemas.openxmlformats.org/officeDocument/2006/relationships/slideMaster" Target="/ppt/slideMasters/slideMaster1.xml" Id="R684120e9a7a741dc" /><Relationship Type="http://schemas.openxmlformats.org/officeDocument/2006/relationships/notesMaster" Target="/ppt/notesMasters/notesMaster1.xml" Id="Rdbe1fd73bbfd40bc" /><Relationship Type="http://schemas.openxmlformats.org/officeDocument/2006/relationships/presProps" Target="/ppt/presProps.xml" Id="R920686c632fa4634" /><Relationship Type="http://schemas.openxmlformats.org/officeDocument/2006/relationships/tableStyles" Target="/ppt/tableStyles.xml" Id="R5585476746b64df3" /><Relationship Type="http://schemas.openxmlformats.org/officeDocument/2006/relationships/slide" Target="/ppt/slides/slide1.xml" Id="R92a697ae4f8d4f27" /><Relationship Type="http://schemas.openxmlformats.org/officeDocument/2006/relationships/slide" Target="/ppt/slides/slide2.xml" Id="R09934f1bf94d47d7" /><Relationship Type="http://schemas.openxmlformats.org/officeDocument/2006/relationships/slide" Target="/ppt/slides/slide3.xml" Id="Ra5d7ec29b29141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c4540281f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0175010b584e9d" /><Relationship Type="http://schemas.openxmlformats.org/officeDocument/2006/relationships/notesMaster" Target="/ppt/notesMasters/notesMaster1.xml" Id="R74ea6c269f55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ba3e38873e4f37" /><Relationship Type="http://schemas.openxmlformats.org/officeDocument/2006/relationships/notesMaster" Target="/ppt/notesMasters/notesMaster1.xml" Id="R7a45252d6638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c50d287c34413" /><Relationship Type="http://schemas.openxmlformats.org/officeDocument/2006/relationships/notesMaster" Target="/ppt/notesMasters/notesMaster1.xml" Id="R9423edca6cd9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c44959db0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09d97fab84cb2" /><Relationship Type="http://schemas.openxmlformats.org/officeDocument/2006/relationships/slideLayout" Target="/ppt/slideLayouts/slideLayout1.xml" Id="Rf2e00b118f50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00b118f50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fda77209f4a84" /><Relationship Type="http://schemas.openxmlformats.org/officeDocument/2006/relationships/notesSlide" Target="/ppt/notesSlides/notesSlide1.xml" Id="Rbc08ef82650a47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ff71a4d634c65" /><Relationship Type="http://schemas.openxmlformats.org/officeDocument/2006/relationships/notesSlide" Target="/ppt/notesSlides/notesSlide2.xml" Id="Rde0bf3023ecf49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af96aaed54d78" /><Relationship Type="http://schemas.openxmlformats.org/officeDocument/2006/relationships/notesSlide" Target="/ppt/notesSlides/notesSlide3.xml" Id="Rc007867b1444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A8083-C70F-47D8-AF98-BB43C6A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67375" cy="802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F7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E2021-98DC-4C44-AA8B-3B33485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867275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1F328-9D1E-403C-88E1-E801819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95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DD094-15D8-4CEF-A13D-5D862E0B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C7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C7D4"/>
                </a:solidFill>
                <a:latin typeface="Aptos"/>
                <a:ea typeface="Aptos"/>
                <a:cs typeface="Aptos"/>
              </a:rPr>
              <a:t>IR LETTER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B248-6991-4263-8BD5-32DC4D1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85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Investor Relations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F2D38-E86B-4D67-9CED-133B024D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7E5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5F8"/>
                </a:solidFill>
                <a:latin typeface="Aptos"/>
                <a:ea typeface="Aptos"/>
                <a:cs typeface="Aptos"/>
              </a:rPr>
              <a:t>Founder-style communication for a reporting period, written with transparent evidence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B6A1E-7E2D-4733-80D7-7AAF51C6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F1982-C77F-4062-86B1-69099F6F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CEB89-89B7-4B67-ABB3-81A64BCB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Letter Template | Publication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3E2DF-6DA7-4FEB-8205-42E7C4D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1A7CB-F01A-4546-843B-5EE3FE5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9CB52-D944-4D73-A5F8-33B6D95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AE093-D923-469D-99B5-AFB4AAB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406A6-7DAA-4664-AFAD-5235D9FF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8ABED-3E63-4C9F-BDCE-5CD40C9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F16E8-9CB2-4772-9D1F-0A5C56B4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89826-DC53-4589-AFE6-FD24853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93B0B-E576-4CB1-B94F-9941A6BA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C0DD1-A149-4332-9512-67BD0BC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6FD48-C5E1-47F8-A61F-213DC1F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452C4-1F63-4DC7-B48F-1C9B030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61667-E0D9-42A3-8ACF-626A648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4495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DDDDB-04EE-4ED8-8CCC-3241500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13F13-E3DD-497A-9EB4-86E960A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5A56E-673E-48F1-9F19-C1CEEE21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0767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what the source supports, what remains pending, and which claims must not be made without additional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8289F-7BF0-42FD-9932-4E24C9A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A6E84B-99AE-421C-B0FB-219D060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18885-1C87-4484-B08C-24464481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64A30-52CD-468D-9D51-82686E9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Clear, candid, source-backed, and focused on management priorities.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5D886-0116-40B4-AFBD-AD0D4F72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0C14E-A144-4024-B84F-A1AA508F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A9997-4852-4CEF-BC8A-1D8E21EA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8F6C9-C25B-4975-B927-04AA927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Avoid unsupported traction, customer, revenue, valuation, or regulatory claims.</a:t>
            </a:r>
          </a:p>
        </p:txBody>
      </p:sp>
    </p:spTree>
    <p:extLst>
      <p:ext uri="{BB962C8B-B14F-4D97-AF65-F5344CB8AC3E}">
        <p14:creationId xmlns:p14="http://schemas.microsoft.com/office/powerpoint/2010/main" val="52923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EB79A-29E7-47DC-B073-DDC68DE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8360C-33D0-49A1-906A-4CB441FA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D8985-748C-43CC-906D-9ED32A40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Letter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BBBDA-8B62-4533-9C48-277FB7F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3AE1A-7300-4C55-81F0-E477C8DA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A3B0E-F6B0-46EC-9C6E-1D18CB4F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1FCEF-40C6-48E2-8A8B-C35C168B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Letter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AF1D4-B0D9-453B-8401-0AF2E83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developed paragraphs and a small number of metric cards to keep the letter human and readable.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65EDD-B17A-4F35-ABCA-BF30739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13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8862B-DAB2-4802-A8E6-BA5C494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3C988-942D-4461-80C7-AB794E7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What occurred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9FEE7-D4B5-420D-97EE-EF165C33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Summarize supported financial, operational, and strategic events for the period.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B739F-D6B2-4C93-B93D-96605F26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213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0A6AE-4A85-4F83-A1F6-6089693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3518A-E539-4295-9D4E-CB58B8A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60327-B133-421A-A0FD-D6AE46D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Explain investor relevance without overstating commercial, clinical, or regulatory maturity.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356FB-E3E5-424D-8A84-0FFC145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13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D9AB7-4791-4730-8715-3FACA4B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F9139-5BFA-4E1E-8384-3E2DC155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DD755-4251-407A-8776-BB5ADF44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Discuss working capital, revenue maturity, funding dependency, or missing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0063A-042D-4B82-A089-8CB8FCA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13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06DDF-9C2D-4584-8EED-417AA30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AE5AB-760C-4BF9-9616-8118D28E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Priorities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7BB07-EDC0-4231-A558-95AA4A3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the next evidence-backed execution priorities and pending confirmations.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06614-AEE5-4F1D-BCDA-B6FD2A4F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495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DDFB6-C2D9-40D1-9E8D-5D9B483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4"/>
          </a:solidFill>
          <a:ln xmlns:a="http://schemas.openxmlformats.org/drawingml/2006/main" w="0">
            <a:solidFill>
              <a:srgbClr val="20C7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0DF0C-FBE9-4A3F-9328-C9E49F5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Suggested rhythm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B0A22-0F5F-4F6F-92F5-0BD29AA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Opening note, evidence-backed highlights, financial context, risk and dependency note, priorities, and closing management message.</a:t>
            </a:r>
          </a:p>
        </p:txBody>
      </p:sp>
    </p:spTree>
    <p:extLst>
      <p:ext uri="{BB962C8B-B14F-4D97-AF65-F5344CB8AC3E}">
        <p14:creationId xmlns:p14="http://schemas.microsoft.com/office/powerpoint/2010/main" val="222649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6E70A-9246-4C29-91CF-172EEB9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9C29F-1BE8-495F-B1DD-EC2D7D5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35060-EFC7-408F-B0F5-DFF270F5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 Letter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458EB-0751-4DD6-8AE2-F2C649DD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D3436-101F-4F2C-843B-34E202E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B7F4D-9CE9-442F-820E-588B500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5D119-8E07-4AF9-B970-9A64C0D0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Source Basis and Disclosure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7BD73-B9A6-4E79-9760-FA6B8951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this page to separate verified events from pending or unsupported investor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43AA-DD1F-45DD-A8AE-A371148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133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ED198-23A2-4510-9377-36160621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A49C2-5782-4C6E-AB36-85FB734D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Source 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1F9A2-6CAE-4278-8E9D-466B464D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Signed accounting records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Board-approved materials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Grant or program records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Other source-backed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BEBDC-0108-4F00-8A0A-1E45444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2133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93CCE-007A-4A03-9D58-D8C735C4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73AAE-2F28-4F86-B959-A69D2CF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Not 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8C3FE-6F4E-4A21-AEB8-668EA92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Audit opinion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Cash-flow statement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Customer contracts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Regulatory status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C91C0-ADBA-4444-A6FA-96918A1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4495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E9CB9-9385-4CE0-B056-003E4801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B4D19-F3AF-4C24-B5E4-109A2AFE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Publication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95070-7557-473B-AC24-267E668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Before delivery, verify figures, wording, page breaks, source boundaries, prohibited wording, and whether sensitive local paths are absent.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C8B1A-8DAD-4101-BF22-E13BA34D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4495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542BD-FB23-4477-A5D5-4A9991A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B83E5-E958-4887-B8F4-76D9635B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Reader promise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CBE9B-86D1-4921-85E3-8F25B4D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direct language, explain uncertainty, and keep the letter useful for current and future stakeholders.</a:t>
            </a:r>
          </a:p>
        </p:txBody>
      </p:sp>
    </p:spTree>
    <p:extLst>
      <p:ext uri="{BB962C8B-B14F-4D97-AF65-F5344CB8AC3E}">
        <p14:creationId xmlns:p14="http://schemas.microsoft.com/office/powerpoint/2010/main" val="542250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2026-06-15T11:06:37.1420000Z</dcterms:created>
  <dcterms:modified xsi:type="dcterms:W3CDTF">2026-06-15T11:06:37.1420000Z</dcterms:modified>
</coreProperties>
</file>