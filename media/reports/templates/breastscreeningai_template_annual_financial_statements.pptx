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c8205e4272422d" /><Relationship Type="http://schemas.openxmlformats.org/officeDocument/2006/relationships/extended-properties" Target="/docProps/app.xml" Id="R664c84df1a6d44e0" /><Relationship Type="http://schemas.openxmlformats.org/officeDocument/2006/relationships/officeDocument" Target="/ppt/presentation.xml" Id="Rb34737e637b1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33210c27942f3"/>
  </p:sldMasterIdLst>
  <p:notesMasterIdLst>
    <p:notesMasterId xmlns:r="http://schemas.openxmlformats.org/officeDocument/2006/relationships" r:id="Rf49b30e14af44fa5"/>
  </p:notesMasterIdLst>
  <p:sldIdLst>
    <p:sldId xmlns:r="http://schemas.openxmlformats.org/officeDocument/2006/relationships" id="256" r:id="R28aa9bce7ffb44bd"/>
    <p:sldId xmlns:r="http://schemas.openxmlformats.org/officeDocument/2006/relationships" id="257" r:id="R9fc98d58ef444790"/>
    <p:sldId xmlns:r="http://schemas.openxmlformats.org/officeDocument/2006/relationships" id="258" r:id="R1b7ad34573b6413b"/>
  </p:sldIdLst>
  <p:sldSz cx="5667375" cy="80200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dc2851132845e7" /><Relationship Type="http://schemas.openxmlformats.org/officeDocument/2006/relationships/slideMaster" Target="/ppt/slideMasters/slideMaster1.xml" Id="Re6233210c27942f3" /><Relationship Type="http://schemas.openxmlformats.org/officeDocument/2006/relationships/notesMaster" Target="/ppt/notesMasters/notesMaster1.xml" Id="Rf49b30e14af44fa5" /><Relationship Type="http://schemas.openxmlformats.org/officeDocument/2006/relationships/presProps" Target="/ppt/presProps.xml" Id="R459a88b664db479e" /><Relationship Type="http://schemas.openxmlformats.org/officeDocument/2006/relationships/tableStyles" Target="/ppt/tableStyles.xml" Id="R39e63b31fdd840d8" /><Relationship Type="http://schemas.openxmlformats.org/officeDocument/2006/relationships/slide" Target="/ppt/slides/slide1.xml" Id="R28aa9bce7ffb44bd" /><Relationship Type="http://schemas.openxmlformats.org/officeDocument/2006/relationships/slide" Target="/ppt/slides/slide2.xml" Id="R9fc98d58ef444790" /><Relationship Type="http://schemas.openxmlformats.org/officeDocument/2006/relationships/slide" Target="/ppt/slides/slide3.xml" Id="R1b7ad34573b6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35a574fb0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b448706ae423e" /><Relationship Type="http://schemas.openxmlformats.org/officeDocument/2006/relationships/notesMaster" Target="/ppt/notesMasters/notesMaster1.xml" Id="R3d416e03ea1d4a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9e30bd2344d6e" /><Relationship Type="http://schemas.openxmlformats.org/officeDocument/2006/relationships/notesMaster" Target="/ppt/notesMasters/notesMaster1.xml" Id="R437b5cdd29ca46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8298a80e614dea" /><Relationship Type="http://schemas.openxmlformats.org/officeDocument/2006/relationships/notesMaster" Target="/ppt/notesMasters/notesMaster1.xml" Id="R98c4be7b95ab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42c9aaf9949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c9e2dcafe449c" /><Relationship Type="http://schemas.openxmlformats.org/officeDocument/2006/relationships/slideLayout" Target="/ppt/slideLayouts/slideLayout1.xml" Id="R09701f9cea7443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701f9cea7443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0873e634742df" /><Relationship Type="http://schemas.openxmlformats.org/officeDocument/2006/relationships/notesSlide" Target="/ppt/notesSlides/notesSlide1.xml" Id="Rc8cdc07927e74b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c14d9d6c841fd" /><Relationship Type="http://schemas.openxmlformats.org/officeDocument/2006/relationships/notesSlide" Target="/ppt/notesSlides/notesSlide2.xml" Id="R1234c4e1099c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65bd8e7ba4678" /><Relationship Type="http://schemas.openxmlformats.org/officeDocument/2006/relationships/notesSlide" Target="/ppt/notesSlides/notesSlide3.xml" Id="R7a3137f5380942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FAB4D-D59E-4AAE-B7CC-9AA31E1A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67375" cy="802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solidFill>
              <a:srgbClr val="F7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D7137-C8DC-4680-A3D7-6A73C2C4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4867275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0">
            <a:solidFill>
              <a:srgbClr val="071B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2A1F6-5E83-4F85-A722-EB6AA9F4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95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AF73C-4CBA-429E-9C7C-700303EF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0C7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C7D4"/>
                </a:solidFill>
                <a:latin typeface="Aptos"/>
                <a:ea typeface="Aptos"/>
                <a:cs typeface="Aptos"/>
              </a:rPr>
              <a:t>ANNUAL FINANCIAL STATEMENTS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43D4C-2AA2-4DC4-9B0D-8E67B07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857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Annual Financial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EF79-C3B0-42BF-8C45-DC232A87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7E5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5F8"/>
                </a:solidFill>
                <a:latin typeface="Aptos"/>
                <a:ea typeface="Aptos"/>
                <a:cs typeface="Aptos"/>
              </a:rPr>
              <a:t>Investor-facing structure for annual or interim accounting records, with clear boundaries for verified financial figures.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74DD1-A2F7-410B-B784-04A86347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B6B75-0C29-400A-95EE-F40E4CD3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F2BF8-7EE5-4D80-9BE2-06CB71E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Annual Financial Statements Template | Publication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98298-C655-4D33-B8E3-7251F0B4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5F576-C074-4C84-BD41-A8573C4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73934-F389-416A-A673-34F7088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9C283-F7CE-421C-AD01-4524E203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7A0D0-5A6C-4931-9448-5FCA661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7DA82-F156-4562-AE6B-59F04253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4D6B7-9845-42FE-9EA8-3FDF332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4D8E7-D527-425B-B387-26121A09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93860-03A1-4B09-A470-9E49F5D8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31D0F-EE41-4557-9F4B-6FEBC474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7CADF-61FD-4E52-85BD-45DFB5B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[Metric 3]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90EEF-3A48-4081-8A0B-1D7B37D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481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Replace with source-backed figure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6FAE3-E407-48D1-9A2A-673C884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4495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26628-7468-432E-92D1-32CA3759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519DF-EAE8-42F5-862E-71955E8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039FC-B5B1-4326-B235-5EF3B9C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0767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what the source supports, what remains pending, and which claims must not be made without additional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21A80-D90A-43A5-81FB-EBD7ED65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2133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5A4F2-C988-4D49-98DD-D029206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8E9CF-FDDA-4A1C-8A0C-D1F54CD0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Use for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87018-2D2A-48D0-9762-0BFED2BF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Audited or signed statements, interim balance sheets, profit and loss records, and approved accounting summaries.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676082-58D9-49FB-AECE-45ED95B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15000"/>
            <a:ext cx="21336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EB288-A2A0-45E5-B277-AF6B366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0550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30E5B2-69C3-42CE-B729-81864C22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07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84A887-4DC4-4347-8752-082E3F7E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400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Forecasts, valuation claims, customer claims, or unaudited figures unless the source explicitly supports them.</a:t>
            </a:r>
          </a:p>
        </p:txBody>
      </p:sp>
    </p:spTree>
    <p:extLst>
      <p:ext uri="{BB962C8B-B14F-4D97-AF65-F5344CB8AC3E}">
        <p14:creationId xmlns:p14="http://schemas.microsoft.com/office/powerpoint/2010/main" val="1982478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C80FA-0652-4AAD-A54A-64A0E987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9D2D1-B839-4AB5-A7FD-F12D2C16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C797C-6A40-4685-A4FD-60AB2E60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Annual Financial Statements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56411-4D7B-476E-A8FB-59F243D5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7B670-BC20-4DE1-827D-2960DF3B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AA697-3902-48CD-A287-FC31DEEA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03A88-522E-402C-9AAA-7419321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Financial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54687-9736-49DD-850C-74AC6A0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larger line-item cards when exact figures are available. Keep labels short and tie every figure to the reporting period.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F3E4D-B286-45D7-8036-2FDD04C2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495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63955-8472-45F4-8693-2ED0F497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20214-0ED8-464F-B6F0-3888B1F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Sales and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DD75D-4E06-42F6-8DD2-2A8CA1EF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40767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Current period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FD0FD-F04A-44E3-B9F3-20B1A2BE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621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B970C-687D-4D89-92C6-E77C99AF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4495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59EF0-C06A-4F16-9AE6-3360647F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A3D28-AC32-4037-AF37-C6D32484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Grants and subsidies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6F787-8595-44CE-9854-E520B02F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40767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Current period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8B1C6-154B-4F8B-A1E6-8CF0FF84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86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4F4BA-1E90-4AB0-9CDC-AF97CA3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4495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DB0F3-913C-4134-A4CD-C918BF8C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600AF-F5DF-4D6A-BB6F-A2ACF4D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External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C89D8-FAA8-4925-AAE7-863E5CE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40767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Current period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AD226-80AF-4F3B-8BB1-6C5FA9E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099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C6DD0-3F1B-4327-B979-B1DDE77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4495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D8550-401A-4F26-BF99-01C0A09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D4"/>
          </a:solidFill>
          <a:ln xmlns:a="http://schemas.openxmlformats.org/drawingml/2006/main" w="0">
            <a:solidFill>
              <a:srgbClr val="20C7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9E815-F741-4189-844D-54863E4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Net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D288C-B703-4B26-A2F2-34C2CD3C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076700" cy="-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Current period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71AED7-D500-4658-81BD-52B79C66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338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A236E-92E9-4435-888F-96347D32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Statement of Financial Position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32299-D9EF-4CBE-A788-30D85A89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449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4CD734-5DFF-430D-86C7-F9094338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Total assets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A7102-70C5-4648-AFC2-8234074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86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435685-0A1D-4CD3-90D3-2DE16DF7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449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CA543E-2B98-40F7-9814-BEC4980E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Cash and deposits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AB1AE1-2BFD-4792-AAD1-704F2C4D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4837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F9185-47CC-4662-93A6-D9935954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449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E7D4FE-3F63-4A9A-8ECB-25009A41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1032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Equity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8D7F9F-9664-4A5A-8807-906A93F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103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227386-839E-4721-8126-223722EB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05600"/>
            <a:ext cx="44958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A2FB49-E7F4-4B42-97EB-F1B28A7E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722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Liabilities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F68C17-2AF2-496C-978B-F6322EA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77227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[EUR]</a:t>
            </a:r>
          </a:p>
        </p:txBody>
      </p:sp>
    </p:spTree>
    <p:extLst>
      <p:ext uri="{BB962C8B-B14F-4D97-AF65-F5344CB8AC3E}">
        <p14:creationId xmlns:p14="http://schemas.microsoft.com/office/powerpoint/2010/main" val="1999508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AED5C-4210-4CF7-AC0F-DDC77BC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BreastScreening-AI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3FC0-9422-4B8C-9B20-C760CCE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206A3-E8EF-4FE4-8354-423F3E01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Annual Financial Statements Template | Publication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D7BA5-CB2A-4664-8709-420CE42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7667625"/>
            <a:ext cx="19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9B04D-AA3B-4618-BA7D-003F1B37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4867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0">
            <a:solidFill>
              <a:srgbClr val="D9E3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FAE9F-B1BB-487C-A6DE-9FD68D65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39050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Template structure - replace placeholders with source-backed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C864D-B647-4F7D-8425-27E3A9F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Source Basis and Disclosure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BB65A-4E50-4B72-8CCB-D3463AFC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Use this page to keep investor-facing material traceable, conservative, and ready for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E40C1-B9F5-4F54-8D13-A272961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2133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75B88-FD98-4E56-A199-86D63E1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CA469-83FE-42E7-B212-D540C38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Source basis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3F64-18DA-4A99-8082-8371F12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Signed accounting records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Board-approved materials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Grant or program records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Other source-backed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97CB1-22AC-4D04-9B2B-80BC992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2133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95BDC-2791-4A6F-B167-D846785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3362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solidFill>
              <a:srgbClr val="C47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A9AB1-124A-4E48-9025-28D6F5CA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05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Not established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1D772-82FE-4C8A-A1D1-73EA48B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Audit opinion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Cash-flow statement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Customer contracts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Regulatory status</a:t>
            </a:r>
          </a:p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257F1-465F-4C03-B5D4-E0220EF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4495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1262D-07FC-4ECB-AE36-C5D20B2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75"/>
          </a:solidFill>
          <a:ln xmlns:a="http://schemas.openxmlformats.org/drawingml/2006/main" w="0">
            <a:solidFill>
              <a:srgbClr val="12A8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F2537-D97A-44C5-89BD-30F4BE1C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Publication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CC4CA-ACBD-4141-8439-FD71F5D1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Before delivery, verify figures, wording, page breaks, source boundaries, prohibited wording, and whether sensitive local paths are absent.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43377-9CD8-40BB-AFC1-02FEB329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4495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53536-198B-455D-B89D-517A1427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400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4FF"/>
          </a:solidFill>
          <a:ln xmlns:a="http://schemas.openxmlformats.org/drawingml/2006/main" w="0">
            <a:solidFill>
              <a:srgbClr val="1264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F8ECB-E88C-41A7-9F2C-18999F59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B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B33"/>
                </a:solidFill>
                <a:latin typeface="Aptos"/>
                <a:ea typeface="Aptos"/>
                <a:cs typeface="Aptos"/>
              </a:rPr>
              <a:t>Management 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47A74-D26F-4ECD-8FC2-78DCABB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407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State what was confirmed, what was excluded, and what requires later evidence before public or investor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409096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2026-06-15T11:06:35.7080000Z</dcterms:created>
  <dcterms:modified xsi:type="dcterms:W3CDTF">2026-06-15T11:06:35.7080000Z</dcterms:modified>
</coreProperties>
</file>