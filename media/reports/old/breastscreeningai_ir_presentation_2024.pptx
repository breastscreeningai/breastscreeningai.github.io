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Master" Target="slideMasters/slideMaster1.xml"/>
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457200"/>
            <a:ext cx="8046720" cy="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300" b="1">
                <a:solidFill>
                  <a:srgbClr val="102A43"/>
                </a:solidFill>
              </a:rPr>
              <a:t>IR Presentation 2024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731520" y="1554480"/>
            <a:ext cx="7680960" cy="3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lIns="250000" tIns="220000" rIns="250000" bIns="220000"/>
          <a:lstStyle/>
          <a:p>
            <a:pPr marL="342900" indent="-171450">
              <a:buChar char="•"/>
              <a:defRPr sz="1850"/>
            </a:pPr>
            <a:r>
              <a:rPr lang="en-US" sz="1850"/>
              <a:t>Year ended 31 December 2024</a:t>
            </a:r>
          </a:p>
          <a:p>
            <a:pPr marL="342900" indent="-171450">
              <a:buChar char="•"/>
              <a:defRPr sz="1850"/>
            </a:pPr>
            <a:r>
              <a:rPr lang="en-US" sz="1850"/>
              <a:t>Source-backed investor relations companion deck</a:t>
            </a:r>
          </a:p>
        </p:txBody>
      </p:sp>
      <p:sp>
        <p:nvSpPr>
          <p:cNvPr id="4" name="Footer"/>
          <p:cNvSpPr/>
          <p:nvPr/>
        </p:nvSpPr>
        <p:spPr>
          <a:xfrm>
            <a:off x="548640" y="6339840"/>
            <a:ext cx="804672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627D98"/>
                </a:solidFill>
              </a:rPr>
              <a:t>BreastScreening-AI | Company communication asset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457200"/>
            <a:ext cx="8046720" cy="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300" b="1">
                <a:solidFill>
                  <a:srgbClr val="102A43"/>
                </a:solidFill>
              </a:rPr>
              <a:t>Executive Snapshot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731520" y="1554480"/>
            <a:ext cx="7680960" cy="3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lIns="250000" tIns="220000" rIns="250000" bIns="220000"/>
          <a:lstStyle/>
          <a:p>
            <a:pPr marL="342900" indent="-171450">
              <a:buChar char="•"/>
              <a:defRPr sz="1850"/>
            </a:pPr>
            <a:r>
              <a:rPr lang="en-US" sz="1850"/>
              <a:t>Early public financial baseline</a:t>
            </a:r>
          </a:p>
          <a:p>
            <a:pPr marL="342900" indent="-171450">
              <a:buChar char="•"/>
              <a:defRPr sz="1850"/>
            </a:pPr>
            <a:r>
              <a:rPr lang="en-US" sz="1850"/>
              <a:t>Negative equity and small operating scale</a:t>
            </a:r>
          </a:p>
          <a:p>
            <a:pPr marL="342900" indent="-171450">
              <a:buChar char="•"/>
              <a:defRPr sz="1850"/>
            </a:pPr>
            <a:r>
              <a:rPr lang="en-US" sz="1850"/>
              <a:t>No source-backed customer, valuation, or regulatory authorization claim</a:t>
            </a:r>
          </a:p>
        </p:txBody>
      </p:sp>
      <p:sp>
        <p:nvSpPr>
          <p:cNvPr id="4" name="Footer"/>
          <p:cNvSpPr/>
          <p:nvPr/>
        </p:nvSpPr>
        <p:spPr>
          <a:xfrm>
            <a:off x="548640" y="6339840"/>
            <a:ext cx="804672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627D98"/>
                </a:solidFill>
              </a:rPr>
              <a:t>BreastScreening-AI | Company communication asset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457200"/>
            <a:ext cx="8046720" cy="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300" b="1">
                <a:solidFill>
                  <a:srgbClr val="102A43"/>
                </a:solidFill>
              </a:rPr>
              <a:t>Financial Baseline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731520" y="1554480"/>
            <a:ext cx="7680960" cy="3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lIns="250000" tIns="220000" rIns="250000" bIns="220000"/>
          <a:lstStyle/>
          <a:p>
            <a:pPr marL="342900" indent="-171450">
              <a:buChar char="•"/>
              <a:defRPr sz="1850"/>
            </a:pPr>
            <a:r>
              <a:rPr lang="en-US" sz="1850"/>
              <a:t>Total assets: EUR 1,123.38</a:t>
            </a:r>
          </a:p>
          <a:p>
            <a:pPr marL="342900" indent="-171450">
              <a:buChar char="•"/>
              <a:defRPr sz="1850"/>
            </a:pPr>
            <a:r>
              <a:rPr lang="en-US" sz="1850"/>
              <a:t>Cash and deposits: EUR 721.34</a:t>
            </a:r>
          </a:p>
          <a:p>
            <a:pPr marL="342900" indent="-171450">
              <a:buChar char="•"/>
              <a:defRPr sz="1850"/>
            </a:pPr>
            <a:r>
              <a:rPr lang="en-US" sz="1850"/>
              <a:t>Equity: EUR -611.69</a:t>
            </a:r>
          </a:p>
          <a:p>
            <a:pPr marL="342900" indent="-171450">
              <a:buChar char="•"/>
              <a:defRPr sz="1850"/>
            </a:pPr>
            <a:r>
              <a:rPr lang="en-US" sz="1850"/>
              <a:t>Liabilities: EUR 1,735.07</a:t>
            </a:r>
          </a:p>
        </p:txBody>
      </p:sp>
      <p:sp>
        <p:nvSpPr>
          <p:cNvPr id="4" name="Footer"/>
          <p:cNvSpPr/>
          <p:nvPr/>
        </p:nvSpPr>
        <p:spPr>
          <a:xfrm>
            <a:off x="548640" y="6339840"/>
            <a:ext cx="804672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627D98"/>
                </a:solidFill>
              </a:rPr>
              <a:t>BreastScreening-AI | Company communication asset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457200"/>
            <a:ext cx="8046720" cy="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300" b="1">
                <a:solidFill>
                  <a:srgbClr val="102A43"/>
                </a:solidFill>
              </a:rPr>
              <a:t>Investor Diligence Focus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731520" y="1554480"/>
            <a:ext cx="7680960" cy="3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lIns="250000" tIns="220000" rIns="250000" bIns="220000"/>
          <a:lstStyle/>
          <a:p>
            <a:pPr marL="342900" indent="-171450">
              <a:buChar char="•"/>
              <a:defRPr sz="1850"/>
            </a:pPr>
            <a:r>
              <a:rPr lang="en-US" sz="1850"/>
              <a:t>Confirm account approval and statutory filing status</a:t>
            </a:r>
          </a:p>
          <a:p>
            <a:pPr marL="342900" indent="-171450">
              <a:buChar char="•"/>
              <a:defRPr sz="1850"/>
            </a:pPr>
            <a:r>
              <a:rPr lang="en-US" sz="1850"/>
              <a:t>Maintain evidence-backed public communication</a:t>
            </a:r>
          </a:p>
          <a:p>
            <a:pPr marL="342900" indent="-171450">
              <a:buChar char="•"/>
              <a:defRPr sz="1850"/>
            </a:pPr>
            <a:r>
              <a:rPr lang="en-US" sz="1850"/>
              <a:t>Avoid treating subsidies as recurring commercial traction</a:t>
            </a:r>
          </a:p>
        </p:txBody>
      </p:sp>
      <p:sp>
        <p:nvSpPr>
          <p:cNvPr id="4" name="Footer"/>
          <p:cNvSpPr/>
          <p:nvPr/>
        </p:nvSpPr>
        <p:spPr>
          <a:xfrm>
            <a:off x="548640" y="6339840"/>
            <a:ext cx="804672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627D98"/>
                </a:solidFill>
              </a:rPr>
              <a:t>BreastScreening-AI | Company communication asset | Slide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eastScreening-AI">
  <a:themeElements>
    <a:clrScheme name="BreastScreening-AI">
      <a:dk1>
        <a:srgbClr val="102A43"/>
      </a:dk1>
      <a:lt1>
        <a:srgbClr val="FFFFFF"/>
      </a:lt1>
      <a:dk2>
        <a:srgbClr val="243B53"/>
      </a:dk2>
      <a:lt2>
        <a:srgbClr val="F5F8FB"/>
      </a:lt2>
      <a:accent1>
        <a:srgbClr val="1479D1"/>
      </a:accent1>
      <a:accent2>
        <a:srgbClr val="0C8A7B"/>
      </a:accent2>
      <a:accent3>
        <a:srgbClr val="F5A623"/>
      </a:accent3>
      <a:accent4>
        <a:srgbClr val="627D98"/>
      </a:accent4>
      <a:accent5>
        <a:srgbClr val="D9E2EC"/>
      </a:accent5>
      <a:accent6>
        <a:srgbClr val="EAF4FB"/>
      </a:accent6>
      <a:hlink>
        <a:srgbClr val="1479D1"/>
      </a:hlink>
      <a:folHlink>
        <a:srgbClr val="0C8A7B"/>
      </a:folHlink>
    </a:clrScheme>
    <a:fontScheme name="Arial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BreastScreening-AI</Application>
  <PresentationFormat>On-screen Show (16:9)</PresentationFormat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Presentation 2024</dc:title>
  <dc:creator>BreastScreening-AI</dc:creator>
  <cp:lastModifiedBy>BreastScreening-AI</cp:lastModifiedBy>
</cp:coreProperties>
</file>